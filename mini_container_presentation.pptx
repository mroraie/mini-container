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47" d="100"/>
          <a:sy n="147" d="100"/>
        </p:scale>
        <p:origin x="-432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48840769903762"/>
          <c:y val="9.5405110470412599E-2"/>
          <c:w val="0.47517145426266161"/>
          <c:h val="0.8640086098803724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explosion val="22"/>
          <c:dPt>
            <c:idx val="0"/>
            <c:bubble3D val="0"/>
            <c:explosion val="0"/>
            <c:spPr>
              <a:solidFill>
                <a:schemeClr val="accent1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6D9-4C75-8C96-4321AAEF2B65}"/>
              </c:ext>
            </c:extLst>
          </c:dPt>
          <c:dPt>
            <c:idx val="1"/>
            <c:bubble3D val="0"/>
            <c:explosion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6D9-4C75-8C96-4321AAEF2B65}"/>
              </c:ext>
            </c:extLst>
          </c:dPt>
          <c:dPt>
            <c:idx val="2"/>
            <c:bubble3D val="0"/>
            <c:explosion val="0"/>
            <c:spPr>
              <a:solidFill>
                <a:schemeClr val="accent1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6D9-4C75-8C96-4321AAEF2B65}"/>
              </c:ext>
            </c:extLst>
          </c:dPt>
          <c:cat>
            <c:numRef>
              <c:f>Sheet1!$A$2:$A$4</c:f>
              <c:numCache>
                <c:formatCode>General</c:formatCode>
                <c:ptCount val="3"/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D9-4C75-8C96-4321AAEF2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C38DB9-C1DC-67CB-0FDF-476CD777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1533"/>
            <a:ext cx="4326467" cy="43264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89162"/>
          </a:xfrm>
        </p:spPr>
        <p:txBody>
          <a:bodyPr>
            <a:normAutofit/>
          </a:bodyPr>
          <a:lstStyle/>
          <a:p>
            <a:r>
              <a:rPr dirty="0">
                <a:latin typeface="Dana Light" pitchFamily="2" charset="-78"/>
                <a:cs typeface="Dana Light" pitchFamily="2" charset="-78"/>
              </a:rPr>
              <a:t>Mini Container</a:t>
            </a:r>
          </a:p>
          <a:p>
            <a:r>
              <a:rPr dirty="0" err="1">
                <a:latin typeface="Dana Light" pitchFamily="2" charset="-78"/>
                <a:cs typeface="Dana Light" pitchFamily="2" charset="-78"/>
              </a:rPr>
              <a:t>پروژه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درس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سیستم‌های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عامل</a:t>
            </a:r>
            <a:endParaRPr dirty="0">
              <a:latin typeface="Dana Light" pitchFamily="2" charset="-78"/>
              <a:cs typeface="Dana Light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9467"/>
            <a:ext cx="8229600" cy="3196696"/>
          </a:xfrm>
        </p:spPr>
        <p:txBody>
          <a:bodyPr/>
          <a:lstStyle/>
          <a:p>
            <a:pPr marL="0" indent="0" algn="r" rtl="1">
              <a:buNone/>
            </a:pPr>
            <a:r>
              <a:rPr dirty="0" err="1">
                <a:latin typeface="Dana Light" pitchFamily="2" charset="-78"/>
                <a:cs typeface="Dana Light" pitchFamily="2" charset="-78"/>
              </a:rPr>
              <a:t>محمدرضا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اورعی</a:t>
            </a:r>
            <a:endParaRPr dirty="0">
              <a:latin typeface="Dana Light" pitchFamily="2" charset="-78"/>
              <a:cs typeface="Dana Light" pitchFamily="2" charset="-78"/>
            </a:endParaRPr>
          </a:p>
          <a:p>
            <a:pPr marL="0" indent="0" algn="r" rtl="1">
              <a:buNone/>
            </a:pPr>
            <a:r>
              <a:rPr dirty="0" err="1">
                <a:latin typeface="Dana Light" pitchFamily="2" charset="-78"/>
                <a:cs typeface="Dana Light" pitchFamily="2" charset="-78"/>
              </a:rPr>
              <a:t>ترم</a:t>
            </a:r>
            <a:r>
              <a:rPr dirty="0">
                <a:latin typeface="Dana Light" pitchFamily="2" charset="-78"/>
                <a:cs typeface="Dana Light" pitchFamily="2" charset="-78"/>
              </a:rPr>
              <a:t> 4041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Dana Light" pitchFamily="2" charset="-78"/>
                <a:cs typeface="Dana Light" pitchFamily="2" charset="-78"/>
              </a:rPr>
              <a:t>هدف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پروژه</a:t>
            </a:r>
            <a:endParaRPr dirty="0">
              <a:latin typeface="Dana Light" pitchFamily="2" charset="-78"/>
              <a:cs typeface="Dana Light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dirty="0" err="1">
                <a:latin typeface="Dana Light" pitchFamily="2" charset="-78"/>
                <a:cs typeface="Dana Light" pitchFamily="2" charset="-78"/>
              </a:rPr>
              <a:t>آشنایی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عملی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با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مفاهیم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سیستم‌عامل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مانند</a:t>
            </a:r>
            <a:r>
              <a:rPr dirty="0">
                <a:latin typeface="Dana Light" pitchFamily="2" charset="-78"/>
                <a:cs typeface="Dana Light" pitchFamily="2" charset="-78"/>
              </a:rPr>
              <a:t>:</a:t>
            </a:r>
          </a:p>
          <a:p>
            <a:pPr marL="0" indent="0" algn="r" rtl="1">
              <a:buNone/>
            </a:pPr>
            <a:r>
              <a:rPr dirty="0">
                <a:latin typeface="Dana Light" pitchFamily="2" charset="-78"/>
                <a:cs typeface="Dana Light" pitchFamily="2" charset="-78"/>
              </a:rPr>
              <a:t>•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ایزولاسیون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فرایند</a:t>
            </a:r>
            <a:endParaRPr dirty="0">
              <a:latin typeface="Dana Light" pitchFamily="2" charset="-78"/>
              <a:cs typeface="Dana Light" pitchFamily="2" charset="-78"/>
            </a:endParaRPr>
          </a:p>
          <a:p>
            <a:pPr marL="0" indent="0" algn="r" rtl="1">
              <a:buNone/>
            </a:pPr>
            <a:r>
              <a:rPr dirty="0">
                <a:latin typeface="Dana Light" pitchFamily="2" charset="-78"/>
                <a:cs typeface="Dana Light" pitchFamily="2" charset="-78"/>
              </a:rPr>
              <a:t>•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مدیریت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منابع</a:t>
            </a:r>
            <a:endParaRPr dirty="0">
              <a:latin typeface="Dana Light" pitchFamily="2" charset="-78"/>
              <a:cs typeface="Dana Light" pitchFamily="2" charset="-78"/>
            </a:endParaRPr>
          </a:p>
          <a:p>
            <a:pPr marL="0" indent="0" algn="r" rtl="1">
              <a:buNone/>
            </a:pPr>
            <a:r>
              <a:rPr dirty="0">
                <a:latin typeface="Dana Light" pitchFamily="2" charset="-78"/>
                <a:cs typeface="Dana Light" pitchFamily="2" charset="-78"/>
              </a:rPr>
              <a:t>•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امنیت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فایل‌سیستم</a:t>
            </a:r>
            <a:endParaRPr dirty="0">
              <a:latin typeface="Dana Light" pitchFamily="2" charset="-78"/>
              <a:cs typeface="Dana Light" pitchFamily="2" charset="-78"/>
            </a:endParaRPr>
          </a:p>
          <a:p>
            <a:pPr marL="0" indent="0" algn="r" rtl="1">
              <a:buNone/>
            </a:pPr>
            <a:r>
              <a:rPr dirty="0">
                <a:latin typeface="Dana Light" pitchFamily="2" charset="-78"/>
                <a:cs typeface="Dana Light" pitchFamily="2" charset="-78"/>
              </a:rPr>
              <a:t>•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تعامل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مستقیم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با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هسته</a:t>
            </a:r>
            <a:r>
              <a:rPr dirty="0">
                <a:latin typeface="Dana Light" pitchFamily="2" charset="-78"/>
                <a:cs typeface="Dana Light" pitchFamily="2" charset="-78"/>
              </a:rPr>
              <a:t> </a:t>
            </a:r>
            <a:r>
              <a:rPr dirty="0" err="1">
                <a:latin typeface="Dana Light" pitchFamily="2" charset="-78"/>
                <a:cs typeface="Dana Light" pitchFamily="2" charset="-78"/>
              </a:rPr>
              <a:t>لینوکس</a:t>
            </a:r>
            <a:endParaRPr dirty="0">
              <a:latin typeface="Dana Light" pitchFamily="2" charset="-78"/>
              <a:cs typeface="Dana Light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F59E43-1061-B233-E777-923A012BB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727346"/>
              </p:ext>
            </p:extLst>
          </p:nvPr>
        </p:nvGraphicFramePr>
        <p:xfrm>
          <a:off x="-1190799" y="-508000"/>
          <a:ext cx="12683066" cy="7992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8FA6846-E91F-B854-35AF-FC1277D8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183" y="1253034"/>
            <a:ext cx="3721370" cy="114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Dana Light" pitchFamily="2" charset="-78"/>
                <a:cs typeface="Dana Light" pitchFamily="2" charset="-78"/>
              </a:rPr>
              <a:t>Name space</a:t>
            </a:r>
            <a:endParaRPr sz="3600" dirty="0">
              <a:latin typeface="Dana Light" pitchFamily="2" charset="-78"/>
              <a:cs typeface="Dana Light" pitchFamily="2" charset="-7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9F28BAC-4B17-2CA0-E342-41630F4A2E0A}"/>
              </a:ext>
            </a:extLst>
          </p:cNvPr>
          <p:cNvSpPr txBox="1">
            <a:spLocks/>
          </p:cNvSpPr>
          <p:nvPr/>
        </p:nvSpPr>
        <p:spPr>
          <a:xfrm>
            <a:off x="-174048" y="1221464"/>
            <a:ext cx="333586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Dana Light" pitchFamily="2" charset="-78"/>
                <a:cs typeface="Dana Light" pitchFamily="2" charset="-78"/>
              </a:rPr>
              <a:t>File system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459877-C091-3F44-36E8-6160A446FC3F}"/>
              </a:ext>
            </a:extLst>
          </p:cNvPr>
          <p:cNvSpPr txBox="1">
            <a:spLocks/>
          </p:cNvSpPr>
          <p:nvPr/>
        </p:nvSpPr>
        <p:spPr>
          <a:xfrm>
            <a:off x="2711315" y="5989009"/>
            <a:ext cx="372137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Dana Light" pitchFamily="2" charset="-78"/>
                <a:cs typeface="Dana Light" pitchFamily="2" charset="-78"/>
              </a:rPr>
              <a:t>Resource</a:t>
            </a:r>
          </a:p>
        </p:txBody>
      </p:sp>
    </p:spTree>
    <p:extLst>
      <p:ext uri="{BB962C8B-B14F-4D97-AF65-F5344CB8AC3E}">
        <p14:creationId xmlns:p14="http://schemas.microsoft.com/office/powerpoint/2010/main" val="173864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9C26-D6F4-9E12-EBEF-42C062C1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diagram of a running process&#10;&#10;AI-generated content may be incorrect.">
            <a:extLst>
              <a:ext uri="{FF2B5EF4-FFF2-40B4-BE49-F238E27FC236}">
                <a16:creationId xmlns:a16="http://schemas.microsoft.com/office/drawing/2014/main" id="{88CCB23A-32BB-C1EF-940B-5641B91C4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62" y="1595256"/>
            <a:ext cx="9027476" cy="4924078"/>
          </a:xfrm>
        </p:spPr>
      </p:pic>
    </p:spTree>
    <p:extLst>
      <p:ext uri="{BB962C8B-B14F-4D97-AF65-F5344CB8AC3E}">
        <p14:creationId xmlns:p14="http://schemas.microsoft.com/office/powerpoint/2010/main" val="334604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5567-1CDE-522F-78F7-4CAE58A7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228601"/>
            <a:ext cx="8229600" cy="6383866"/>
          </a:xfrm>
        </p:spPr>
        <p:txBody>
          <a:bodyPr>
            <a:noAutofit/>
          </a:bodyPr>
          <a:lstStyle/>
          <a:p>
            <a:pPr algn="r" defTabSz="914400" rtl="1" eaLnBrk="0" fontAlgn="base" hangingPunct="0">
              <a:spcAft>
                <a:spcPct val="0"/>
              </a:spcAft>
            </a:pPr>
            <a:r>
              <a:rPr kumimoji="0" lang="ar-SA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هدف کلی این ماژول</a:t>
            </a:r>
            <a:r>
              <a:rPr kumimoji="0" lang="fa-IR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 </a:t>
            </a: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file-system</a:t>
            </a:r>
            <a:b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ar-SA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lang="fa-IR" altLang="en-US" sz="2000" dirty="0">
                <a:latin typeface="Dana Light" pitchFamily="2" charset="-78"/>
                <a:cs typeface="Dana Light" pitchFamily="2" charset="-78"/>
              </a:rPr>
              <a:t>-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یک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root filesystem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مینیمال بسازد</a:t>
            </a:r>
            <a:b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-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دایرکتوری‌ها و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device file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های ضروری را ایجاد کند</a:t>
            </a:r>
            <a:b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-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فایل‌های حیاتی </a:t>
            </a: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sh</a:t>
            </a: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را کپی کند</a:t>
            </a:r>
            <a:b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-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فایل‌سیستم‌های مجازی مثل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proc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و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sys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را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mount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کند</a:t>
            </a:r>
            <a:b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kumimoji="0" lang="fa-IR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-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پردازه را داخل آن محیط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chroot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کند</a:t>
            </a:r>
            <a:b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بعد از پایان کار،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mount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ها را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unmount </a:t>
            </a:r>
            <a:r>
              <a:rPr kumimoji="0" lang="ar-S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  <a:t>و محیط را تمیز کند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na Light" pitchFamily="2" charset="-78"/>
                <a:cs typeface="Dana Light" pitchFamily="2" charset="-78"/>
              </a:rPr>
            </a:br>
            <a:r>
              <a:rPr lang="ar-SA" sz="2000" dirty="0">
                <a:latin typeface="Dana Light" pitchFamily="2" charset="-78"/>
                <a:cs typeface="Dana Light" pitchFamily="2" charset="-78"/>
              </a:rPr>
              <a:t>«این ماژول وظیفه‌ی ساخت و مدیریت یک </a:t>
            </a:r>
            <a:r>
              <a:rPr lang="en-US" sz="2000" dirty="0">
                <a:latin typeface="Dana Light" pitchFamily="2" charset="-78"/>
                <a:cs typeface="Dana Light" pitchFamily="2" charset="-78"/>
              </a:rPr>
              <a:t>root filesystem </a:t>
            </a:r>
            <a:r>
              <a:rPr lang="ar-SA" sz="2000" dirty="0">
                <a:latin typeface="Dana Light" pitchFamily="2" charset="-78"/>
                <a:cs typeface="Dana Light" pitchFamily="2" charset="-78"/>
              </a:rPr>
              <a:t>مینیمال برای کانتینر را دارد. با استفاده از </a:t>
            </a:r>
            <a:r>
              <a:rPr lang="en-US" sz="2000" dirty="0">
                <a:latin typeface="Dana Light" pitchFamily="2" charset="-78"/>
                <a:cs typeface="Dana Light" pitchFamily="2" charset="-78"/>
              </a:rPr>
              <a:t>chroot </a:t>
            </a:r>
            <a:r>
              <a:rPr lang="ar-SA" sz="2000" dirty="0">
                <a:latin typeface="Dana Light" pitchFamily="2" charset="-78"/>
                <a:cs typeface="Dana Light" pitchFamily="2" charset="-78"/>
              </a:rPr>
              <a:t>و </a:t>
            </a:r>
            <a:r>
              <a:rPr lang="en-US" sz="2000" dirty="0">
                <a:latin typeface="Dana Light" pitchFamily="2" charset="-78"/>
                <a:cs typeface="Dana Light" pitchFamily="2" charset="-78"/>
              </a:rPr>
              <a:t>mount، </a:t>
            </a:r>
            <a:r>
              <a:rPr lang="ar-SA" sz="2000" dirty="0">
                <a:latin typeface="Dana Light" pitchFamily="2" charset="-78"/>
                <a:cs typeface="Dana Light" pitchFamily="2" charset="-78"/>
              </a:rPr>
              <a:t>یک محیط ایزوله‌ی فایل‌سیستمی ایجاد می‌کند که برنامه داخل آن اجرا می‌شود. این بخش معادل </a:t>
            </a:r>
            <a:r>
              <a:rPr lang="en-US" sz="2000" dirty="0">
                <a:latin typeface="Dana Light" pitchFamily="2" charset="-78"/>
                <a:cs typeface="Dana Light" pitchFamily="2" charset="-78"/>
              </a:rPr>
              <a:t>filesystem layer </a:t>
            </a:r>
            <a:r>
              <a:rPr lang="ar-SA" sz="2000" dirty="0">
                <a:latin typeface="Dana Light" pitchFamily="2" charset="-78"/>
                <a:cs typeface="Dana Light" pitchFamily="2" charset="-78"/>
              </a:rPr>
              <a:t>در </a:t>
            </a:r>
            <a:r>
              <a:rPr lang="en-US" sz="2000" dirty="0">
                <a:latin typeface="Dana Light" pitchFamily="2" charset="-78"/>
                <a:cs typeface="Dana Light" pitchFamily="2" charset="-78"/>
              </a:rPr>
              <a:t>Docker </a:t>
            </a:r>
            <a:r>
              <a:rPr lang="ar-SA" sz="2000" dirty="0">
                <a:latin typeface="Dana Light" pitchFamily="2" charset="-78"/>
                <a:cs typeface="Dana Light" pitchFamily="2" charset="-78"/>
              </a:rPr>
              <a:t>است.»</a:t>
            </a:r>
            <a:br>
              <a:rPr lang="en-US" sz="2000" dirty="0">
                <a:latin typeface="Dana Light" pitchFamily="2" charset="-78"/>
                <a:cs typeface="Dana Light" pitchFamily="2" charset="-78"/>
              </a:rPr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811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oftware system">
            <a:extLst>
              <a:ext uri="{FF2B5EF4-FFF2-40B4-BE49-F238E27FC236}">
                <a16:creationId xmlns:a16="http://schemas.microsoft.com/office/drawing/2014/main" id="{03B69179-EC5B-09BD-36AD-5E72FF430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67" y="0"/>
            <a:ext cx="3818467" cy="684142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478AB2E-6E65-DB78-666F-54E456397E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7933" y="1568450"/>
            <a:ext cx="47667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en-US" sz="2000" dirty="0">
              <a:latin typeface="Dana Light" pitchFamily="2" charset="-78"/>
              <a:cs typeface="Dana Light" pitchFamily="2" charset="-78"/>
            </a:endParaRPr>
          </a:p>
          <a:p>
            <a:pPr marR="0" lvl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ana Light" pitchFamily="2" charset="-78"/>
              <a:cs typeface="Dana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819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B8B4-8FC8-664C-6F10-6CCEC3E1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ana Light" pitchFamily="2" charset="-78"/>
                <a:cs typeface="Dana Light" pitchFamily="2" charset="-78"/>
              </a:rPr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9606-296F-971E-B563-49A73918B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162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Dana Light</vt:lpstr>
      <vt:lpstr>Office Theme</vt:lpstr>
      <vt:lpstr>Mini Container پروژه درس سیستم‌های عامل</vt:lpstr>
      <vt:lpstr>هدف پروژه</vt:lpstr>
      <vt:lpstr>Name space</vt:lpstr>
      <vt:lpstr>PowerPoint Presentation</vt:lpstr>
      <vt:lpstr>هدف کلی این ماژول file-system  - یک root filesystem مینیمال بسازد - دایرکتوری‌ها و device fileهای ضروری را ایجاد کند - فایل‌های حیاتی (sh) را کپی کند - فایل‌سیستم‌های مجازی مثل proc و sys را mount کند - پردازه را داخل آن محیط chroot کند بعد از پایان کار، mountها را unmount و محیط را تمیز کند       «این ماژول وظیفه‌ی ساخت و مدیریت یک root filesystem مینیمال برای کانتینر را دارد. با استفاده از chroot و mount، یک محیط ایزوله‌ی فایل‌سیستمی ایجاد می‌کند که برنامه داخل آن اجرا می‌شود. این بخش معادل filesystem layer در Docker است.» </vt:lpstr>
      <vt:lpstr>PowerPoint Presentation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 oraie</cp:lastModifiedBy>
  <cp:revision>3</cp:revision>
  <dcterms:created xsi:type="dcterms:W3CDTF">2013-01-27T09:14:16Z</dcterms:created>
  <dcterms:modified xsi:type="dcterms:W3CDTF">2026-02-01T23:51:14Z</dcterms:modified>
  <cp:category/>
</cp:coreProperties>
</file>